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17018-0C86-8865-510C-21A0CD8C01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18CE6-CAD2-342C-52BA-0D94E41E3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C7411-6847-7090-62AD-64B231598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7271-180A-F106-3696-F828CBF0A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366C2-104A-B36F-7414-BA2182305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860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9F7B-63CA-10DA-9B07-267C9571A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2B165-1698-3E12-4877-AC97E0970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6EACD-83AF-E1C1-983D-AC60E6FFA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D8866-A608-C748-17F0-603FC0AF0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CCD7A-17FA-6593-1377-6FC6F90C6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99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CD3C9-6CD8-D455-5FE2-BDAE02C83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B0D058-0997-97C1-115A-D46B98B6D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DC81C-E088-BD10-95D3-4741E0BF2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1A646-2C2F-8442-63DD-DA6EEE02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81A19-4FA6-5722-7EC3-EBC18BC4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60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FD025-8EF6-1D41-5EE1-A5B5FBDD0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42F98-CB1D-D5F9-3414-4A234E433B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996F5-6170-C391-5E92-6104DC03B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C3CCD-D6B7-AEC3-2D42-BA176176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94ED3-4160-4DAF-7200-2C7DED1A7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339488-C82C-D9C4-9139-D873D6EF4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284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160FC-D47D-DC8D-EEA5-AD22EA5DA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306FFA-525E-8A8F-E306-2333002069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E1B785-0D29-826A-1BEE-BE83B8690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410F71-74E5-3C72-3A68-0FE337058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9E8E08-F06C-03E9-030E-CEA3361320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1C1D96-FE02-7EC8-C8F5-F59E7201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2C1AB9-4D78-D7D2-F330-75F3C3B8A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B50FCC-3524-820E-8D11-E8A896487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942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124F5-7082-2501-4C5A-C8106A48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3CA6C1-8A85-1750-EF48-DD34633CE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AAB634-840F-96E2-8F55-AAB6D419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6BE101-3731-CD05-52F0-64279FE0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11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FD4CF9-D075-13E7-A6FE-700062206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CDF7B1-0702-D917-DEAB-1F69DD751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DE988-0599-4E44-F07C-65475339F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11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C2EF9-C334-EFBA-5B34-6C6A5D66C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25A4B-D9CC-E567-9CE2-692EC444B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D0AD0-31F1-A098-FB36-25700A861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46B52-92A4-BFFB-9F80-91B24AA19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84D38-96CB-6FB8-AD79-F21A6A4D6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F5A162-91CA-8D36-CF7E-95A0037B9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071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36F0A-CE02-8173-6D5B-24310233D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746A8E-4429-57E2-EAE1-3FAD00176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62E2C-89FC-0CD6-4245-6DFFA8EF4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68C7F-7726-2819-95BE-0586513E2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1F8045-9B15-7232-08AF-42C3E5AA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25217-7942-FBDC-6CA4-A19F98F32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372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CE886-55BB-7327-1445-2C063D07F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EC89C5-DB06-8C33-EBDD-9C868244BB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CFC45-9D6A-17C7-DBB6-D9D985FF6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869D0-E729-1EE8-0579-8418DE268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FA6DD-4F39-0567-79D5-3DAFDD0A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94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D361BF-DBAC-F919-DF09-B76A513C38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8FF2C-4AD9-BE3B-1E1D-87DD51BD97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940E9-A661-FA56-9A22-0DE789A0D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83606-E3D1-5DA0-5DE7-4008AC606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F738A-600A-1932-27FD-540B8DFC4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681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F0B331-EF19-1A16-8921-F2D8CAA22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81327-4CA5-C86B-A525-54094CD77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53B3B-0E7B-A4F5-863B-5C4A6DFEBF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C96ACA-8DA7-C000-4124-F9BFCB292C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16164-036E-578D-FAA1-B24EE60D0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724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C0F8FC-4E5A-70EF-ACF6-05447A84E106}"/>
              </a:ext>
            </a:extLst>
          </p:cNvPr>
          <p:cNvSpPr/>
          <p:nvPr/>
        </p:nvSpPr>
        <p:spPr>
          <a:xfrm>
            <a:off x="1173193" y="1397479"/>
            <a:ext cx="3010618" cy="14492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68BF6F-1EF5-FD9F-5356-B5398842E4A7}"/>
              </a:ext>
            </a:extLst>
          </p:cNvPr>
          <p:cNvSpPr txBox="1"/>
          <p:nvPr/>
        </p:nvSpPr>
        <p:spPr>
          <a:xfrm>
            <a:off x="1816241" y="1445726"/>
            <a:ext cx="1791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Primary weapon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383622E-B1DC-7213-A78F-0BE6378A7974}"/>
              </a:ext>
            </a:extLst>
          </p:cNvPr>
          <p:cNvGrpSpPr/>
          <p:nvPr/>
        </p:nvGrpSpPr>
        <p:grpSpPr>
          <a:xfrm>
            <a:off x="7364084" y="1397479"/>
            <a:ext cx="3010618" cy="1449238"/>
            <a:chOff x="7614249" y="1397479"/>
            <a:chExt cx="3010618" cy="144923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BF3BD1D-A6E1-8E3A-5E3A-CB9B6E73BA1B}"/>
                </a:ext>
              </a:extLst>
            </p:cNvPr>
            <p:cNvSpPr/>
            <p:nvPr/>
          </p:nvSpPr>
          <p:spPr>
            <a:xfrm>
              <a:off x="7614249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495AC75-4C9B-9651-2E11-66E33BBC76CE}"/>
                </a:ext>
              </a:extLst>
            </p:cNvPr>
            <p:cNvSpPr txBox="1"/>
            <p:nvPr/>
          </p:nvSpPr>
          <p:spPr>
            <a:xfrm>
              <a:off x="8226725" y="1437099"/>
              <a:ext cx="20886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Secondary weapon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668D24A-FB0B-201B-5785-B0B2BFFC2204}"/>
              </a:ext>
            </a:extLst>
          </p:cNvPr>
          <p:cNvGrpSpPr/>
          <p:nvPr/>
        </p:nvGrpSpPr>
        <p:grpSpPr>
          <a:xfrm>
            <a:off x="4796287" y="172527"/>
            <a:ext cx="1955321" cy="1449238"/>
            <a:chOff x="7583857" y="1371598"/>
            <a:chExt cx="3010618" cy="144923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33D683-FF92-1846-4CB4-ADFA2579EF96}"/>
                </a:ext>
              </a:extLst>
            </p:cNvPr>
            <p:cNvSpPr/>
            <p:nvPr/>
          </p:nvSpPr>
          <p:spPr>
            <a:xfrm>
              <a:off x="7583857" y="1371598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F4FE8B7-84B8-F65E-9677-2775CB9BA07A}"/>
                </a:ext>
              </a:extLst>
            </p:cNvPr>
            <p:cNvSpPr txBox="1"/>
            <p:nvPr/>
          </p:nvSpPr>
          <p:spPr>
            <a:xfrm>
              <a:off x="7614249" y="1566495"/>
              <a:ext cx="2949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Command bridge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3D4FF44-F924-9C1A-2CC4-40B6A0638398}"/>
              </a:ext>
            </a:extLst>
          </p:cNvPr>
          <p:cNvGrpSpPr/>
          <p:nvPr/>
        </p:nvGrpSpPr>
        <p:grpSpPr>
          <a:xfrm>
            <a:off x="4945093" y="1792816"/>
            <a:ext cx="1657709" cy="2398144"/>
            <a:chOff x="8226725" y="1397479"/>
            <a:chExt cx="1657709" cy="144923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0084728-EA7E-6187-BC31-C33BC6024726}"/>
                </a:ext>
              </a:extLst>
            </p:cNvPr>
            <p:cNvSpPr/>
            <p:nvPr/>
          </p:nvSpPr>
          <p:spPr>
            <a:xfrm>
              <a:off x="8226725" y="1397479"/>
              <a:ext cx="1657709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634C2B0-310F-A093-A2D8-6E127997417C}"/>
                </a:ext>
              </a:extLst>
            </p:cNvPr>
            <p:cNvSpPr txBox="1"/>
            <p:nvPr/>
          </p:nvSpPr>
          <p:spPr>
            <a:xfrm>
              <a:off x="8758061" y="1480231"/>
              <a:ext cx="5950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Hull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C535F67-637D-540C-1BD7-30CD66EB98D7}"/>
              </a:ext>
            </a:extLst>
          </p:cNvPr>
          <p:cNvGrpSpPr/>
          <p:nvPr/>
        </p:nvGrpSpPr>
        <p:grpSpPr>
          <a:xfrm>
            <a:off x="4268636" y="4244019"/>
            <a:ext cx="3010618" cy="1449238"/>
            <a:chOff x="7529419" y="1291361"/>
            <a:chExt cx="3010618" cy="144923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14F1CB8-8261-6DCE-5A2C-0EC607B2B4A3}"/>
                </a:ext>
              </a:extLst>
            </p:cNvPr>
            <p:cNvSpPr/>
            <p:nvPr/>
          </p:nvSpPr>
          <p:spPr>
            <a:xfrm>
              <a:off x="7529419" y="1291361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377DB3F-B098-A5B1-8F79-09425D747053}"/>
                </a:ext>
              </a:extLst>
            </p:cNvPr>
            <p:cNvSpPr txBox="1"/>
            <p:nvPr/>
          </p:nvSpPr>
          <p:spPr>
            <a:xfrm>
              <a:off x="8737211" y="1397479"/>
              <a:ext cx="7954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Wings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3ED03D2-E715-7734-6DDD-B03371178A02}"/>
              </a:ext>
            </a:extLst>
          </p:cNvPr>
          <p:cNvGrpSpPr/>
          <p:nvPr/>
        </p:nvGrpSpPr>
        <p:grpSpPr>
          <a:xfrm>
            <a:off x="4912417" y="5730765"/>
            <a:ext cx="1819454" cy="1127235"/>
            <a:chOff x="7614249" y="1397479"/>
            <a:chExt cx="3010618" cy="144923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071C6A7-BA0E-AC5E-3749-A200A3A56914}"/>
                </a:ext>
              </a:extLst>
            </p:cNvPr>
            <p:cNvSpPr/>
            <p:nvPr/>
          </p:nvSpPr>
          <p:spPr>
            <a:xfrm>
              <a:off x="7614249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E8FC88F-7565-6A54-BB42-274DFEF38D30}"/>
                </a:ext>
              </a:extLst>
            </p:cNvPr>
            <p:cNvSpPr txBox="1"/>
            <p:nvPr/>
          </p:nvSpPr>
          <p:spPr>
            <a:xfrm>
              <a:off x="8283184" y="1433867"/>
              <a:ext cx="1672748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Thruster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6E0B41-08C9-1225-C612-573039AAD3C7}"/>
              </a:ext>
            </a:extLst>
          </p:cNvPr>
          <p:cNvGrpSpPr/>
          <p:nvPr/>
        </p:nvGrpSpPr>
        <p:grpSpPr>
          <a:xfrm>
            <a:off x="7906187" y="3114270"/>
            <a:ext cx="1819454" cy="1127235"/>
            <a:chOff x="7573931" y="1257815"/>
            <a:chExt cx="3010618" cy="144923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D98CBD-3A85-A0B1-8A62-37FFB4C705B0}"/>
                </a:ext>
              </a:extLst>
            </p:cNvPr>
            <p:cNvSpPr/>
            <p:nvPr/>
          </p:nvSpPr>
          <p:spPr>
            <a:xfrm>
              <a:off x="7573931" y="1257815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31CD00A-7E5F-78F0-D22D-64D03B62C779}"/>
                </a:ext>
              </a:extLst>
            </p:cNvPr>
            <p:cNvSpPr txBox="1"/>
            <p:nvPr/>
          </p:nvSpPr>
          <p:spPr>
            <a:xfrm>
              <a:off x="8283184" y="1270476"/>
              <a:ext cx="1592112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Drone 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BCD4AA6-6327-65C6-04FC-26CDC8D43FB4}"/>
              </a:ext>
            </a:extLst>
          </p:cNvPr>
          <p:cNvGrpSpPr/>
          <p:nvPr/>
        </p:nvGrpSpPr>
        <p:grpSpPr>
          <a:xfrm>
            <a:off x="1768775" y="3085967"/>
            <a:ext cx="1819454" cy="1127235"/>
            <a:chOff x="7614249" y="1397479"/>
            <a:chExt cx="3010618" cy="1449238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0055768-A096-0909-6298-E7FA71D5D46F}"/>
                </a:ext>
              </a:extLst>
            </p:cNvPr>
            <p:cNvSpPr/>
            <p:nvPr/>
          </p:nvSpPr>
          <p:spPr>
            <a:xfrm>
              <a:off x="7614249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17EBA89-85A8-DA44-44C1-1D58262D4BCC}"/>
                </a:ext>
              </a:extLst>
            </p:cNvPr>
            <p:cNvSpPr txBox="1"/>
            <p:nvPr/>
          </p:nvSpPr>
          <p:spPr>
            <a:xfrm>
              <a:off x="8283184" y="1433867"/>
              <a:ext cx="1592112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Drone 2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E4CB660-CE98-6193-A4B6-F8D13D0D5405}"/>
              </a:ext>
            </a:extLst>
          </p:cNvPr>
          <p:cNvGrpSpPr/>
          <p:nvPr/>
        </p:nvGrpSpPr>
        <p:grpSpPr>
          <a:xfrm>
            <a:off x="1768415" y="4494248"/>
            <a:ext cx="1819454" cy="1134641"/>
            <a:chOff x="7614249" y="1387958"/>
            <a:chExt cx="3010618" cy="145875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6E972A9-CF29-C245-EC1F-6780B31C4701}"/>
                </a:ext>
              </a:extLst>
            </p:cNvPr>
            <p:cNvSpPr/>
            <p:nvPr/>
          </p:nvSpPr>
          <p:spPr>
            <a:xfrm>
              <a:off x="7614249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F1FADB1-4BBE-DD78-8D2D-C28C8E5967A3}"/>
                </a:ext>
              </a:extLst>
            </p:cNvPr>
            <p:cNvSpPr txBox="1"/>
            <p:nvPr/>
          </p:nvSpPr>
          <p:spPr>
            <a:xfrm>
              <a:off x="7971151" y="1387958"/>
              <a:ext cx="2408754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Energy cores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2780D05-5F87-B0B8-7B75-E8706FFA9B72}"/>
              </a:ext>
            </a:extLst>
          </p:cNvPr>
          <p:cNvGrpSpPr/>
          <p:nvPr/>
        </p:nvGrpSpPr>
        <p:grpSpPr>
          <a:xfrm>
            <a:off x="7906187" y="4501652"/>
            <a:ext cx="1819454" cy="1127235"/>
            <a:chOff x="7573931" y="1257815"/>
            <a:chExt cx="3010618" cy="1449238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EEC565E-D254-DCD3-C3D2-F52EE2FFCA37}"/>
                </a:ext>
              </a:extLst>
            </p:cNvPr>
            <p:cNvSpPr/>
            <p:nvPr/>
          </p:nvSpPr>
          <p:spPr>
            <a:xfrm>
              <a:off x="7573931" y="1257815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325E4D3-9C68-575C-AC1C-8E6FDB9F6936}"/>
                </a:ext>
              </a:extLst>
            </p:cNvPr>
            <p:cNvSpPr txBox="1"/>
            <p:nvPr/>
          </p:nvSpPr>
          <p:spPr>
            <a:xfrm>
              <a:off x="8523129" y="1267337"/>
              <a:ext cx="1510417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Artifact</a:t>
              </a:r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2C26F8B-9F43-1BA4-E6D4-555D8C4ADA0B}"/>
              </a:ext>
            </a:extLst>
          </p:cNvPr>
          <p:cNvCxnSpPr>
            <a:cxnSpLocks/>
            <a:stCxn id="33" idx="0"/>
          </p:cNvCxnSpPr>
          <p:nvPr/>
        </p:nvCxnSpPr>
        <p:spPr>
          <a:xfrm>
            <a:off x="2711967" y="4494248"/>
            <a:ext cx="0" cy="11346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300123D-3AA2-20B2-9DC5-EBAEE78FEA56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1768415" y="5065272"/>
            <a:ext cx="18194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410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16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Vu</dc:creator>
  <cp:lastModifiedBy>Minh Vu</cp:lastModifiedBy>
  <cp:revision>4</cp:revision>
  <dcterms:created xsi:type="dcterms:W3CDTF">2026-06-06T18:09:32Z</dcterms:created>
  <dcterms:modified xsi:type="dcterms:W3CDTF">2026-06-06T18:12:45Z</dcterms:modified>
</cp:coreProperties>
</file>