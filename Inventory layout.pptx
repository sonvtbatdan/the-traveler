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17018-0C86-8865-510C-21A0CD8C0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18CE6-CAD2-342C-52BA-0D94E41E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C7411-6847-7090-62AD-64B231598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7271-180A-F106-3696-F828CBF0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366C2-104A-B36F-7414-BA218230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6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89F7B-63CA-10DA-9B07-267C9571A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2B165-1698-3E12-4877-AC97E0970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6EACD-83AF-E1C1-983D-AC60E6FF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D8866-A608-C748-17F0-603FC0AF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CCD7A-17FA-6593-1377-6FC6F90C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9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D3C9-6CD8-D455-5FE2-BDAE02C83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0D058-0997-97C1-115A-D46B98B6D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DC81C-E088-BD10-95D3-4741E0BF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1A646-2C2F-8442-63DD-DA6EEE02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81A19-4FA6-5722-7EC3-EBC18BC4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6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FD025-8EF6-1D41-5EE1-A5B5FBDD0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42F98-CB1D-D5F9-3414-4A234E433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996F5-6170-C391-5E92-6104DC03B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C3CCD-D6B7-AEC3-2D42-BA176176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94ED3-4160-4DAF-7200-2C7DED1A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39488-C82C-D9C4-9139-D873D6EF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8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60FC-D47D-DC8D-EEA5-AD22EA5DA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06FFA-525E-8A8F-E306-23330020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1B785-0D29-826A-1BEE-BE83B869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10F71-74E5-3C72-3A68-0FE337058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E8E08-F06C-03E9-030E-CEA336132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C1D96-FE02-7EC8-C8F5-F59E7201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C1AB9-4D78-D7D2-F330-75F3C3B8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50FCC-3524-820E-8D11-E8A896487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4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24F5-7082-2501-4C5A-C8106A48E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CA6C1-8A85-1750-EF48-DD34633C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AB634-840F-96E2-8F55-AAB6D419E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BE101-3731-CD05-52F0-64279FE0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1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D4CF9-D075-13E7-A6FE-70006220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DF7B1-0702-D917-DEAB-1F69DD751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DE988-0599-4E44-F07C-65475339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1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C2EF9-C334-EFBA-5B34-6C6A5D66C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5A4B-D9CC-E567-9CE2-692EC444B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D0AD0-31F1-A098-FB36-25700A861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46B52-92A4-BFFB-9F80-91B24AA19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84D38-96CB-6FB8-AD79-F21A6A4D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5A162-91CA-8D36-CF7E-95A0037B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07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6F0A-CE02-8173-6D5B-24310233D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46A8E-4429-57E2-EAE1-3FAD00176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62E2C-89FC-0CD6-4245-6DFFA8EF4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68C7F-7726-2819-95BE-0586513E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F8045-9B15-7232-08AF-42C3E5AA4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25217-7942-FBDC-6CA4-A19F98F32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7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E886-55BB-7327-1445-2C063D07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C89C5-DB06-8C33-EBDD-9C868244B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CFC45-9D6A-17C7-DBB6-D9D985FF6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69D0-E729-1EE8-0579-8418DE268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FA6DD-4F39-0567-79D5-3DAFDD0A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4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D361BF-DBAC-F919-DF09-B76A513C3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8FF2C-4AD9-BE3B-1E1D-87DD51BD9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940E9-A661-FA56-9A22-0DE789A0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83606-E3D1-5DA0-5DE7-4008AC60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F738A-600A-1932-27FD-540B8DFC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8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0B331-EF19-1A16-8921-F2D8CAA22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81327-4CA5-C86B-A525-54094CD77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53B3B-0E7B-A4F5-863B-5C4A6DFEB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BF3D3-EBD1-455C-84C1-7FFD7CFDB72E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96ACA-8DA7-C000-4124-F9BFCB292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16164-036E-578D-FAA1-B24EE60D0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7DF7D-0928-458B-80D2-D30A341EE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2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668D24A-FB0B-201B-5785-B0B2BFFC2204}"/>
              </a:ext>
            </a:extLst>
          </p:cNvPr>
          <p:cNvGrpSpPr/>
          <p:nvPr/>
        </p:nvGrpSpPr>
        <p:grpSpPr>
          <a:xfrm>
            <a:off x="4606506" y="155885"/>
            <a:ext cx="1955321" cy="1449238"/>
            <a:chOff x="7583857" y="1371598"/>
            <a:chExt cx="3010618" cy="14492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33D683-FF92-1846-4CB4-ADFA2579EF96}"/>
                </a:ext>
              </a:extLst>
            </p:cNvPr>
            <p:cNvSpPr/>
            <p:nvPr/>
          </p:nvSpPr>
          <p:spPr>
            <a:xfrm>
              <a:off x="7583857" y="1371598"/>
              <a:ext cx="3010618" cy="14492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4FE8B7-84B8-F65E-9677-2775CB9BA07A}"/>
                </a:ext>
              </a:extLst>
            </p:cNvPr>
            <p:cNvSpPr txBox="1"/>
            <p:nvPr/>
          </p:nvSpPr>
          <p:spPr>
            <a:xfrm>
              <a:off x="7614249" y="1566495"/>
              <a:ext cx="2949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Command bridge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D4FF44-F924-9C1A-2CC4-40B6A0638398}"/>
              </a:ext>
            </a:extLst>
          </p:cNvPr>
          <p:cNvGrpSpPr/>
          <p:nvPr/>
        </p:nvGrpSpPr>
        <p:grpSpPr>
          <a:xfrm>
            <a:off x="4803508" y="1735923"/>
            <a:ext cx="1657709" cy="2398144"/>
            <a:chOff x="8226725" y="1397479"/>
            <a:chExt cx="1657709" cy="144923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084728-EA7E-6187-BC31-C33BC6024726}"/>
                </a:ext>
              </a:extLst>
            </p:cNvPr>
            <p:cNvSpPr/>
            <p:nvPr/>
          </p:nvSpPr>
          <p:spPr>
            <a:xfrm>
              <a:off x="8226725" y="1397479"/>
              <a:ext cx="1657709" cy="14492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34C2B0-310F-A093-A2D8-6E127997417C}"/>
                </a:ext>
              </a:extLst>
            </p:cNvPr>
            <p:cNvSpPr txBox="1"/>
            <p:nvPr/>
          </p:nvSpPr>
          <p:spPr>
            <a:xfrm>
              <a:off x="8758061" y="148023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Hull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535F67-637D-540C-1BD7-30CD66EB98D7}"/>
              </a:ext>
            </a:extLst>
          </p:cNvPr>
          <p:cNvGrpSpPr/>
          <p:nvPr/>
        </p:nvGrpSpPr>
        <p:grpSpPr>
          <a:xfrm>
            <a:off x="1259138" y="1658238"/>
            <a:ext cx="3010618" cy="1449238"/>
            <a:chOff x="7529419" y="1291361"/>
            <a:chExt cx="3010618" cy="144923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14F1CB8-8261-6DCE-5A2C-0EC607B2B4A3}"/>
                </a:ext>
              </a:extLst>
            </p:cNvPr>
            <p:cNvSpPr/>
            <p:nvPr/>
          </p:nvSpPr>
          <p:spPr>
            <a:xfrm>
              <a:off x="7529419" y="1291361"/>
              <a:ext cx="3010618" cy="14492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77DB3F-B098-A5B1-8F79-09425D747053}"/>
                </a:ext>
              </a:extLst>
            </p:cNvPr>
            <p:cNvSpPr txBox="1"/>
            <p:nvPr/>
          </p:nvSpPr>
          <p:spPr>
            <a:xfrm>
              <a:off x="8693128" y="1369046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Wing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ED03D2-E715-7734-6DDD-B03371178A02}"/>
              </a:ext>
            </a:extLst>
          </p:cNvPr>
          <p:cNvGrpSpPr/>
          <p:nvPr/>
        </p:nvGrpSpPr>
        <p:grpSpPr>
          <a:xfrm>
            <a:off x="4722636" y="4305709"/>
            <a:ext cx="1819454" cy="1127235"/>
            <a:chOff x="7614249" y="1397479"/>
            <a:chExt cx="3010618" cy="144923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071C6A7-BA0E-AC5E-3749-A200A3A56914}"/>
                </a:ext>
              </a:extLst>
            </p:cNvPr>
            <p:cNvSpPr/>
            <p:nvPr/>
          </p:nvSpPr>
          <p:spPr>
            <a:xfrm>
              <a:off x="7614249" y="1397479"/>
              <a:ext cx="3010618" cy="14492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8FC88F-7565-6A54-BB42-274DFEF38D30}"/>
                </a:ext>
              </a:extLst>
            </p:cNvPr>
            <p:cNvSpPr txBox="1"/>
            <p:nvPr/>
          </p:nvSpPr>
          <p:spPr>
            <a:xfrm>
              <a:off x="8283184" y="1433867"/>
              <a:ext cx="1672748" cy="474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Thruster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C6E0B41-08C9-1225-C612-573039AAD3C7}"/>
              </a:ext>
            </a:extLst>
          </p:cNvPr>
          <p:cNvGrpSpPr/>
          <p:nvPr/>
        </p:nvGrpSpPr>
        <p:grpSpPr>
          <a:xfrm>
            <a:off x="7716406" y="3178474"/>
            <a:ext cx="1819454" cy="1127235"/>
            <a:chOff x="7573931" y="1257815"/>
            <a:chExt cx="3010618" cy="144923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D98CBD-3A85-A0B1-8A62-37FFB4C705B0}"/>
                </a:ext>
              </a:extLst>
            </p:cNvPr>
            <p:cNvSpPr/>
            <p:nvPr/>
          </p:nvSpPr>
          <p:spPr>
            <a:xfrm>
              <a:off x="7573931" y="1257815"/>
              <a:ext cx="3010618" cy="14492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1CD00A-7E5F-78F0-D22D-64D03B62C779}"/>
                </a:ext>
              </a:extLst>
            </p:cNvPr>
            <p:cNvSpPr txBox="1"/>
            <p:nvPr/>
          </p:nvSpPr>
          <p:spPr>
            <a:xfrm>
              <a:off x="8283184" y="1270476"/>
              <a:ext cx="1592112" cy="474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Drone 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4CB660-CE98-6193-A4B6-F8D13D0D5405}"/>
              </a:ext>
            </a:extLst>
          </p:cNvPr>
          <p:cNvGrpSpPr/>
          <p:nvPr/>
        </p:nvGrpSpPr>
        <p:grpSpPr>
          <a:xfrm>
            <a:off x="1888726" y="3292142"/>
            <a:ext cx="1819454" cy="1134641"/>
            <a:chOff x="7614249" y="1387958"/>
            <a:chExt cx="3010618" cy="145875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6E972A9-CF29-C245-EC1F-6780B31C4701}"/>
                </a:ext>
              </a:extLst>
            </p:cNvPr>
            <p:cNvSpPr/>
            <p:nvPr/>
          </p:nvSpPr>
          <p:spPr>
            <a:xfrm>
              <a:off x="7614249" y="1397479"/>
              <a:ext cx="3010618" cy="14492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F1FADB1-4BBE-DD78-8D2D-C28C8E5967A3}"/>
                </a:ext>
              </a:extLst>
            </p:cNvPr>
            <p:cNvSpPr txBox="1"/>
            <p:nvPr/>
          </p:nvSpPr>
          <p:spPr>
            <a:xfrm>
              <a:off x="7971151" y="1387958"/>
              <a:ext cx="2408754" cy="4748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Energy cores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FB51D1A-F37D-D4F7-FD72-2A72F41298A0}"/>
              </a:ext>
            </a:extLst>
          </p:cNvPr>
          <p:cNvGrpSpPr/>
          <p:nvPr/>
        </p:nvGrpSpPr>
        <p:grpSpPr>
          <a:xfrm>
            <a:off x="7120824" y="1605123"/>
            <a:ext cx="3010618" cy="1449238"/>
            <a:chOff x="7529419" y="1291361"/>
            <a:chExt cx="3010618" cy="144923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3F8AE4-9FA9-2C65-E7E8-BECE9B8D9B61}"/>
                </a:ext>
              </a:extLst>
            </p:cNvPr>
            <p:cNvSpPr/>
            <p:nvPr/>
          </p:nvSpPr>
          <p:spPr>
            <a:xfrm>
              <a:off x="7529419" y="1291361"/>
              <a:ext cx="3010618" cy="14492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45317A-0F40-3F06-6F0F-9024F348CF65}"/>
                </a:ext>
              </a:extLst>
            </p:cNvPr>
            <p:cNvSpPr txBox="1"/>
            <p:nvPr/>
          </p:nvSpPr>
          <p:spPr>
            <a:xfrm>
              <a:off x="8693128" y="1369046"/>
              <a:ext cx="683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1410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B18E5C-86C5-8FF5-152A-A4C81573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976" y="78957"/>
            <a:ext cx="9224047" cy="67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10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Vu</dc:creator>
  <cp:lastModifiedBy>Minh Vu</cp:lastModifiedBy>
  <cp:revision>6</cp:revision>
  <dcterms:created xsi:type="dcterms:W3CDTF">2026-06-06T18:09:32Z</dcterms:created>
  <dcterms:modified xsi:type="dcterms:W3CDTF">2026-06-21T15:37:00Z</dcterms:modified>
</cp:coreProperties>
</file>