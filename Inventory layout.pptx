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17018-0C86-8865-510C-21A0CD8C0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18CE6-CAD2-342C-52BA-0D94E41E3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C7411-6847-7090-62AD-64B231598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7271-180A-F106-3696-F828CBF0A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366C2-104A-B36F-7414-BA2182305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60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9F7B-63CA-10DA-9B07-267C9571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B165-1698-3E12-4877-AC97E0970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6EACD-83AF-E1C1-983D-AC60E6FFA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D8866-A608-C748-17F0-603FC0AF0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CCD7A-17FA-6593-1377-6FC6F90C6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9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D3C9-6CD8-D455-5FE2-BDAE02C83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0D058-0997-97C1-115A-D46B98B6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DC81C-E088-BD10-95D3-4741E0BF2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1A646-2C2F-8442-63DD-DA6EEE02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81A19-4FA6-5722-7EC3-EBC18BC4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0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FD025-8EF6-1D41-5EE1-A5B5FBDD0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42F98-CB1D-D5F9-3414-4A234E433B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996F5-6170-C391-5E92-6104DC03B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C3CCD-D6B7-AEC3-2D42-BA176176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94ED3-4160-4DAF-7200-2C7DED1A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39488-C82C-D9C4-9139-D873D6EF4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284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160FC-D47D-DC8D-EEA5-AD22EA5DA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06FFA-525E-8A8F-E306-23330020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1B785-0D29-826A-1BEE-BE83B8690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410F71-74E5-3C72-3A68-0FE337058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9E8E08-F06C-03E9-030E-CEA3361320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1C1D96-FE02-7EC8-C8F5-F59E7201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2C1AB9-4D78-D7D2-F330-75F3C3B8A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B50FCC-3524-820E-8D11-E8A896487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942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124F5-7082-2501-4C5A-C8106A48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3CA6C1-8A85-1750-EF48-DD34633C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AB634-840F-96E2-8F55-AAB6D419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BE101-3731-CD05-52F0-64279FE0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11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FD4CF9-D075-13E7-A6FE-700062206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CDF7B1-0702-D917-DEAB-1F69DD751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DE988-0599-4E44-F07C-65475339F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1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2EF9-C334-EFBA-5B34-6C6A5D66C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5A4B-D9CC-E567-9CE2-692EC444B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D0AD0-31F1-A098-FB36-25700A861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46B52-92A4-BFFB-9F80-91B24AA19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84D38-96CB-6FB8-AD79-F21A6A4D6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5A162-91CA-8D36-CF7E-95A0037B9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71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36F0A-CE02-8173-6D5B-24310233D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746A8E-4429-57E2-EAE1-3FAD00176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62E2C-89FC-0CD6-4245-6DFFA8EF4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68C7F-7726-2819-95BE-0586513E2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1F8045-9B15-7232-08AF-42C3E5AA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25217-7942-FBDC-6CA4-A19F98F32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372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E886-55BB-7327-1445-2C063D07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EC89C5-DB06-8C33-EBDD-9C868244B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CFC45-9D6A-17C7-DBB6-D9D985FF6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869D0-E729-1EE8-0579-8418DE268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FA6DD-4F39-0567-79D5-3DAFDD0A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94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D361BF-DBAC-F919-DF09-B76A513C3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8FF2C-4AD9-BE3B-1E1D-87DD51BD97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940E9-A661-FA56-9A22-0DE789A0D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83606-E3D1-5DA0-5DE7-4008AC606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F738A-600A-1932-27FD-540B8DFC4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8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F0B331-EF19-1A16-8921-F2D8CAA22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81327-4CA5-C86B-A525-54094CD77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53B3B-0E7B-A4F5-863B-5C4A6DFEB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3BF3D3-EBD1-455C-84C1-7FFD7CFDB72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C96ACA-8DA7-C000-4124-F9BFCB292C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16164-036E-578D-FAA1-B24EE60D0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724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668D24A-FB0B-201B-5785-B0B2BFFC2204}"/>
              </a:ext>
            </a:extLst>
          </p:cNvPr>
          <p:cNvGrpSpPr/>
          <p:nvPr/>
        </p:nvGrpSpPr>
        <p:grpSpPr>
          <a:xfrm>
            <a:off x="4606506" y="155885"/>
            <a:ext cx="1955321" cy="1449238"/>
            <a:chOff x="7583857" y="1371598"/>
            <a:chExt cx="3010618" cy="144923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33D683-FF92-1846-4CB4-ADFA2579EF96}"/>
                </a:ext>
              </a:extLst>
            </p:cNvPr>
            <p:cNvSpPr/>
            <p:nvPr/>
          </p:nvSpPr>
          <p:spPr>
            <a:xfrm>
              <a:off x="7583857" y="1371598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4FE8B7-84B8-F65E-9677-2775CB9BA07A}"/>
                </a:ext>
              </a:extLst>
            </p:cNvPr>
            <p:cNvSpPr txBox="1"/>
            <p:nvPr/>
          </p:nvSpPr>
          <p:spPr>
            <a:xfrm>
              <a:off x="8420209" y="1438519"/>
              <a:ext cx="1486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Cockpit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D4FF44-F924-9C1A-2CC4-40B6A0638398}"/>
              </a:ext>
            </a:extLst>
          </p:cNvPr>
          <p:cNvGrpSpPr/>
          <p:nvPr/>
        </p:nvGrpSpPr>
        <p:grpSpPr>
          <a:xfrm>
            <a:off x="4803508" y="1735923"/>
            <a:ext cx="1657709" cy="2398144"/>
            <a:chOff x="8226725" y="1397479"/>
            <a:chExt cx="1657709" cy="144923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0084728-EA7E-6187-BC31-C33BC6024726}"/>
                </a:ext>
              </a:extLst>
            </p:cNvPr>
            <p:cNvSpPr/>
            <p:nvPr/>
          </p:nvSpPr>
          <p:spPr>
            <a:xfrm>
              <a:off x="8226725" y="1397479"/>
              <a:ext cx="1657709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634C2B0-310F-A093-A2D8-6E127997417C}"/>
                </a:ext>
              </a:extLst>
            </p:cNvPr>
            <p:cNvSpPr txBox="1"/>
            <p:nvPr/>
          </p:nvSpPr>
          <p:spPr>
            <a:xfrm>
              <a:off x="8758061" y="1480231"/>
              <a:ext cx="5950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Hull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535F67-637D-540C-1BD7-30CD66EB98D7}"/>
              </a:ext>
            </a:extLst>
          </p:cNvPr>
          <p:cNvGrpSpPr/>
          <p:nvPr/>
        </p:nvGrpSpPr>
        <p:grpSpPr>
          <a:xfrm>
            <a:off x="1259138" y="1658238"/>
            <a:ext cx="3010618" cy="1449238"/>
            <a:chOff x="7529419" y="1291361"/>
            <a:chExt cx="3010618" cy="144923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14F1CB8-8261-6DCE-5A2C-0EC607B2B4A3}"/>
                </a:ext>
              </a:extLst>
            </p:cNvPr>
            <p:cNvSpPr/>
            <p:nvPr/>
          </p:nvSpPr>
          <p:spPr>
            <a:xfrm>
              <a:off x="7529419" y="1291361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77DB3F-B098-A5B1-8F79-09425D747053}"/>
                </a:ext>
              </a:extLst>
            </p:cNvPr>
            <p:cNvSpPr txBox="1"/>
            <p:nvPr/>
          </p:nvSpPr>
          <p:spPr>
            <a:xfrm>
              <a:off x="8693128" y="1369046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Wing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ED03D2-E715-7734-6DDD-B03371178A02}"/>
              </a:ext>
            </a:extLst>
          </p:cNvPr>
          <p:cNvGrpSpPr/>
          <p:nvPr/>
        </p:nvGrpSpPr>
        <p:grpSpPr>
          <a:xfrm>
            <a:off x="4722636" y="4305709"/>
            <a:ext cx="1819454" cy="1127235"/>
            <a:chOff x="7614249" y="1397479"/>
            <a:chExt cx="3010618" cy="144923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071C6A7-BA0E-AC5E-3749-A200A3A56914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8FC88F-7565-6A54-BB42-274DFEF38D30}"/>
                </a:ext>
              </a:extLst>
            </p:cNvPr>
            <p:cNvSpPr txBox="1"/>
            <p:nvPr/>
          </p:nvSpPr>
          <p:spPr>
            <a:xfrm>
              <a:off x="8283184" y="1433867"/>
              <a:ext cx="1672748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Thruster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6E0B41-08C9-1225-C612-573039AAD3C7}"/>
              </a:ext>
            </a:extLst>
          </p:cNvPr>
          <p:cNvGrpSpPr/>
          <p:nvPr/>
        </p:nvGrpSpPr>
        <p:grpSpPr>
          <a:xfrm>
            <a:off x="7716406" y="3178474"/>
            <a:ext cx="1819454" cy="1127235"/>
            <a:chOff x="7573931" y="1257815"/>
            <a:chExt cx="3010618" cy="144923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D98CBD-3A85-A0B1-8A62-37FFB4C705B0}"/>
                </a:ext>
              </a:extLst>
            </p:cNvPr>
            <p:cNvSpPr/>
            <p:nvPr/>
          </p:nvSpPr>
          <p:spPr>
            <a:xfrm>
              <a:off x="7573931" y="1257815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31CD00A-7E5F-78F0-D22D-64D03B62C779}"/>
                </a:ext>
              </a:extLst>
            </p:cNvPr>
            <p:cNvSpPr txBox="1"/>
            <p:nvPr/>
          </p:nvSpPr>
          <p:spPr>
            <a:xfrm>
              <a:off x="8283184" y="1270476"/>
              <a:ext cx="1592112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Drone 1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E4CB660-CE98-6193-A4B6-F8D13D0D5405}"/>
              </a:ext>
            </a:extLst>
          </p:cNvPr>
          <p:cNvGrpSpPr/>
          <p:nvPr/>
        </p:nvGrpSpPr>
        <p:grpSpPr>
          <a:xfrm>
            <a:off x="1888726" y="3292142"/>
            <a:ext cx="1819454" cy="1134641"/>
            <a:chOff x="7614249" y="1387958"/>
            <a:chExt cx="3010618" cy="145875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6E972A9-CF29-C245-EC1F-6780B31C4701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F1FADB1-4BBE-DD78-8D2D-C28C8E5967A3}"/>
                </a:ext>
              </a:extLst>
            </p:cNvPr>
            <p:cNvSpPr txBox="1"/>
            <p:nvPr/>
          </p:nvSpPr>
          <p:spPr>
            <a:xfrm>
              <a:off x="7971151" y="1387958"/>
              <a:ext cx="2408754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Energy cores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FB51D1A-F37D-D4F7-FD72-2A72F41298A0}"/>
              </a:ext>
            </a:extLst>
          </p:cNvPr>
          <p:cNvGrpSpPr/>
          <p:nvPr/>
        </p:nvGrpSpPr>
        <p:grpSpPr>
          <a:xfrm>
            <a:off x="7120824" y="1605123"/>
            <a:ext cx="3010618" cy="1449238"/>
            <a:chOff x="7529419" y="1291361"/>
            <a:chExt cx="3010618" cy="14492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3F8AE4-9FA9-2C65-E7E8-BECE9B8D9B61}"/>
                </a:ext>
              </a:extLst>
            </p:cNvPr>
            <p:cNvSpPr/>
            <p:nvPr/>
          </p:nvSpPr>
          <p:spPr>
            <a:xfrm>
              <a:off x="7529419" y="1291361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45317A-0F40-3F06-6F0F-9024F348CF65}"/>
                </a:ext>
              </a:extLst>
            </p:cNvPr>
            <p:cNvSpPr txBox="1"/>
            <p:nvPr/>
          </p:nvSpPr>
          <p:spPr>
            <a:xfrm>
              <a:off x="8693128" y="1369046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1410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B18E5C-86C5-8FF5-152A-A4C81573A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976" y="78957"/>
            <a:ext cx="9224047" cy="67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D9A53E0-1321-211B-E631-74DB4B86B518}"/>
              </a:ext>
            </a:extLst>
          </p:cNvPr>
          <p:cNvGrpSpPr/>
          <p:nvPr/>
        </p:nvGrpSpPr>
        <p:grpSpPr>
          <a:xfrm>
            <a:off x="923026" y="379561"/>
            <a:ext cx="10644997" cy="6159262"/>
            <a:chOff x="923026" y="379561"/>
            <a:chExt cx="10644997" cy="615926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89D7447-33C8-0C3C-B9E9-0801B03BFE45}"/>
                </a:ext>
              </a:extLst>
            </p:cNvPr>
            <p:cNvSpPr/>
            <p:nvPr/>
          </p:nvSpPr>
          <p:spPr>
            <a:xfrm>
              <a:off x="923026" y="379562"/>
              <a:ext cx="10644997" cy="615926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98F724E-023E-0D2F-704D-E757ADF36A3A}"/>
                </a:ext>
              </a:extLst>
            </p:cNvPr>
            <p:cNvCxnSpPr/>
            <p:nvPr/>
          </p:nvCxnSpPr>
          <p:spPr>
            <a:xfrm>
              <a:off x="3148642" y="379562"/>
              <a:ext cx="0" cy="61592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184F37D-7815-EE91-0B7B-85968F677C68}"/>
                </a:ext>
              </a:extLst>
            </p:cNvPr>
            <p:cNvCxnSpPr>
              <a:cxnSpLocks/>
            </p:cNvCxnSpPr>
            <p:nvPr/>
          </p:nvCxnSpPr>
          <p:spPr>
            <a:xfrm>
              <a:off x="923026" y="2286000"/>
              <a:ext cx="222561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A7758C-EDA3-F7F6-5445-52C71655D4A2}"/>
                </a:ext>
              </a:extLst>
            </p:cNvPr>
            <p:cNvCxnSpPr>
              <a:cxnSpLocks/>
            </p:cNvCxnSpPr>
            <p:nvPr/>
          </p:nvCxnSpPr>
          <p:spPr>
            <a:xfrm>
              <a:off x="923026" y="4517366"/>
              <a:ext cx="222561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3587DEC-CEB2-3D4F-250D-EF41617C17E3}"/>
                </a:ext>
              </a:extLst>
            </p:cNvPr>
            <p:cNvSpPr txBox="1"/>
            <p:nvPr/>
          </p:nvSpPr>
          <p:spPr>
            <a:xfrm>
              <a:off x="1352416" y="458002"/>
              <a:ext cx="14226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Item name 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3EEE1F4-1040-43C8-2E91-A13F31C9FC74}"/>
                </a:ext>
              </a:extLst>
            </p:cNvPr>
            <p:cNvSpPr txBox="1"/>
            <p:nvPr/>
          </p:nvSpPr>
          <p:spPr>
            <a:xfrm>
              <a:off x="1324517" y="2364440"/>
              <a:ext cx="14226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Item name 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ED066B-4AE0-D085-4F97-F5735BDC46AA}"/>
                </a:ext>
              </a:extLst>
            </p:cNvPr>
            <p:cNvSpPr txBox="1"/>
            <p:nvPr/>
          </p:nvSpPr>
          <p:spPr>
            <a:xfrm>
              <a:off x="1324517" y="4595805"/>
              <a:ext cx="14226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Item name 1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99736BE-3AD8-B308-46A1-F73985C6A980}"/>
                </a:ext>
              </a:extLst>
            </p:cNvPr>
            <p:cNvCxnSpPr/>
            <p:nvPr/>
          </p:nvCxnSpPr>
          <p:spPr>
            <a:xfrm>
              <a:off x="9573535" y="379561"/>
              <a:ext cx="0" cy="61592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0A978A-D7CA-1AE0-D813-ACAD167B0314}"/>
                </a:ext>
              </a:extLst>
            </p:cNvPr>
            <p:cNvSpPr txBox="1"/>
            <p:nvPr/>
          </p:nvSpPr>
          <p:spPr>
            <a:xfrm>
              <a:off x="10132257" y="379561"/>
              <a:ext cx="6969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Stats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AA25048-5C8F-7460-DF22-ECEA6E9498D0}"/>
                </a:ext>
              </a:extLst>
            </p:cNvPr>
            <p:cNvSpPr txBox="1"/>
            <p:nvPr/>
          </p:nvSpPr>
          <p:spPr>
            <a:xfrm>
              <a:off x="9575321" y="1095555"/>
              <a:ext cx="1832484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HP</a:t>
              </a:r>
            </a:p>
            <a:p>
              <a:r>
                <a:rPr lang="en-US" dirty="0"/>
                <a:t>Fire rate</a:t>
              </a:r>
            </a:p>
            <a:p>
              <a:r>
                <a:rPr lang="en-US" dirty="0"/>
                <a:t>AOE</a:t>
              </a:r>
            </a:p>
            <a:p>
              <a:r>
                <a:rPr lang="en-US" dirty="0"/>
                <a:t>Armor pen %</a:t>
              </a:r>
            </a:p>
            <a:p>
              <a:r>
                <a:rPr lang="en-US" dirty="0"/>
                <a:t>Armor pen flat</a:t>
              </a:r>
            </a:p>
            <a:p>
              <a:r>
                <a:rPr lang="en-US" dirty="0"/>
                <a:t>All other stats that is global (not weapon tied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028262D-C2EB-4010-E75F-77FF8E005DA8}"/>
              </a:ext>
            </a:extLst>
          </p:cNvPr>
          <p:cNvGrpSpPr/>
          <p:nvPr/>
        </p:nvGrpSpPr>
        <p:grpSpPr>
          <a:xfrm>
            <a:off x="3330102" y="568172"/>
            <a:ext cx="6061973" cy="5910266"/>
            <a:chOff x="3330102" y="568172"/>
            <a:chExt cx="6061973" cy="591026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170ED45-9A27-1EB0-BBC8-E2C9C4E8F2B6}"/>
                </a:ext>
              </a:extLst>
            </p:cNvPr>
            <p:cNvSpPr/>
            <p:nvPr/>
          </p:nvSpPr>
          <p:spPr>
            <a:xfrm>
              <a:off x="3959442" y="568172"/>
              <a:ext cx="4971494" cy="307167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B7667-B710-7A42-AF71-84D4224EE459}"/>
                </a:ext>
              </a:extLst>
            </p:cNvPr>
            <p:cNvSpPr txBox="1"/>
            <p:nvPr/>
          </p:nvSpPr>
          <p:spPr>
            <a:xfrm>
              <a:off x="5747507" y="647370"/>
              <a:ext cx="15593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Selected item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E42066E-F87E-69DB-9A74-49ECAA4BFC30}"/>
                </a:ext>
              </a:extLst>
            </p:cNvPr>
            <p:cNvSpPr/>
            <p:nvPr/>
          </p:nvSpPr>
          <p:spPr>
            <a:xfrm>
              <a:off x="3330102" y="3826276"/>
              <a:ext cx="1796557" cy="26521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0D8F5FB-CE47-F291-DF69-20A4C10BB0B2}"/>
                </a:ext>
              </a:extLst>
            </p:cNvPr>
            <p:cNvSpPr/>
            <p:nvPr/>
          </p:nvSpPr>
          <p:spPr>
            <a:xfrm>
              <a:off x="5469554" y="3816030"/>
              <a:ext cx="1796557" cy="26521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3DE8D9D-016D-F52F-B2C4-A0F9D8AFD677}"/>
                </a:ext>
              </a:extLst>
            </p:cNvPr>
            <p:cNvSpPr/>
            <p:nvPr/>
          </p:nvSpPr>
          <p:spPr>
            <a:xfrm>
              <a:off x="7595518" y="3816030"/>
              <a:ext cx="1796557" cy="26521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97BF47C-F74A-BA0D-2E29-D3CA61754C89}"/>
                </a:ext>
              </a:extLst>
            </p:cNvPr>
            <p:cNvSpPr txBox="1"/>
            <p:nvPr/>
          </p:nvSpPr>
          <p:spPr>
            <a:xfrm>
              <a:off x="3710449" y="3897297"/>
              <a:ext cx="10358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 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71B7E5E-B2E1-CEEE-0F21-0D51F2E6609F}"/>
                </a:ext>
              </a:extLst>
            </p:cNvPr>
            <p:cNvSpPr txBox="1"/>
            <p:nvPr/>
          </p:nvSpPr>
          <p:spPr>
            <a:xfrm>
              <a:off x="8004411" y="3897297"/>
              <a:ext cx="10358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 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216F73E-B20F-BC4D-FBF4-91DC4D318ABD}"/>
                </a:ext>
              </a:extLst>
            </p:cNvPr>
            <p:cNvSpPr txBox="1"/>
            <p:nvPr/>
          </p:nvSpPr>
          <p:spPr>
            <a:xfrm>
              <a:off x="5877023" y="3897297"/>
              <a:ext cx="10358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 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9637BE8-0E92-D2CB-F118-61F63826FB95}"/>
                </a:ext>
              </a:extLst>
            </p:cNvPr>
            <p:cNvSpPr txBox="1"/>
            <p:nvPr/>
          </p:nvSpPr>
          <p:spPr>
            <a:xfrm>
              <a:off x="3441220" y="4361455"/>
              <a:ext cx="14696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General description, short and bold big font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FEFCF4D-C9DA-29C7-9091-6CE9EF910A36}"/>
                </a:ext>
              </a:extLst>
            </p:cNvPr>
            <p:cNvSpPr txBox="1"/>
            <p:nvPr/>
          </p:nvSpPr>
          <p:spPr>
            <a:xfrm>
              <a:off x="3475067" y="5599519"/>
              <a:ext cx="14696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Detailed explanation (if needs to, especially for key word effects like burn, bleed, electrocute, etc. Small light font in Italic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3FD3357-6DDD-21D7-F076-497C160667DE}"/>
                </a:ext>
              </a:extLst>
            </p:cNvPr>
            <p:cNvSpPr txBox="1"/>
            <p:nvPr/>
          </p:nvSpPr>
          <p:spPr>
            <a:xfrm>
              <a:off x="7723573" y="4251393"/>
              <a:ext cx="14696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General description, short and bold big font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FFA6046-52C0-29D8-4064-09DE54382767}"/>
                </a:ext>
              </a:extLst>
            </p:cNvPr>
            <p:cNvSpPr txBox="1"/>
            <p:nvPr/>
          </p:nvSpPr>
          <p:spPr>
            <a:xfrm>
              <a:off x="5621126" y="5599519"/>
              <a:ext cx="14696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Detailed explanation (if needs to, especially for key word effects like burn, bleed, electrocute, etc. Small light font in Italic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3A51E6-4B2A-0182-5EC7-780E6E4B3DBA}"/>
                </a:ext>
              </a:extLst>
            </p:cNvPr>
            <p:cNvSpPr txBox="1"/>
            <p:nvPr/>
          </p:nvSpPr>
          <p:spPr>
            <a:xfrm>
              <a:off x="5739679" y="4513855"/>
              <a:ext cx="146961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General description, short and bold big font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5FD71-C663-8386-8113-8B3EF7419D98}"/>
                </a:ext>
              </a:extLst>
            </p:cNvPr>
            <p:cNvSpPr txBox="1"/>
            <p:nvPr/>
          </p:nvSpPr>
          <p:spPr>
            <a:xfrm>
              <a:off x="7909820" y="5641857"/>
              <a:ext cx="14696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Detailed explanation (if needs to, especially for key word effects like burn, bleed, electrocute, etc. Small light font in Italic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1764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F5261D-08F5-86F6-475A-19F5928B0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7" y="328915"/>
            <a:ext cx="10668925" cy="620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71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F77FC7-A7C0-3FEC-46F0-41BEB9FD0477}"/>
              </a:ext>
            </a:extLst>
          </p:cNvPr>
          <p:cNvSpPr/>
          <p:nvPr/>
        </p:nvSpPr>
        <p:spPr>
          <a:xfrm>
            <a:off x="1588698" y="370936"/>
            <a:ext cx="9014604" cy="567618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756B3DE-ACD7-F824-6B6A-05835C060463}"/>
              </a:ext>
            </a:extLst>
          </p:cNvPr>
          <p:cNvCxnSpPr/>
          <p:nvPr/>
        </p:nvCxnSpPr>
        <p:spPr>
          <a:xfrm flipV="1">
            <a:off x="3347049" y="5598535"/>
            <a:ext cx="293298" cy="4313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91992E0-581A-C8EB-954E-BA9AD851ABA8}"/>
              </a:ext>
            </a:extLst>
          </p:cNvPr>
          <p:cNvCxnSpPr>
            <a:cxnSpLocks/>
          </p:cNvCxnSpPr>
          <p:nvPr/>
        </p:nvCxnSpPr>
        <p:spPr>
          <a:xfrm flipH="1" flipV="1">
            <a:off x="8617789" y="5598535"/>
            <a:ext cx="376687" cy="4399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C1B0340-3A95-9810-4643-3797EE6B55AE}"/>
              </a:ext>
            </a:extLst>
          </p:cNvPr>
          <p:cNvCxnSpPr>
            <a:cxnSpLocks/>
          </p:cNvCxnSpPr>
          <p:nvPr/>
        </p:nvCxnSpPr>
        <p:spPr>
          <a:xfrm flipH="1">
            <a:off x="3640347" y="5598535"/>
            <a:ext cx="49774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B70A6F6-CA4A-5E14-A2B1-4EC5FC785AE4}"/>
              </a:ext>
            </a:extLst>
          </p:cNvPr>
          <p:cNvGrpSpPr/>
          <p:nvPr/>
        </p:nvGrpSpPr>
        <p:grpSpPr>
          <a:xfrm rot="16200000">
            <a:off x="8672423" y="2908540"/>
            <a:ext cx="3421812" cy="439947"/>
            <a:chOff x="3499449" y="5759570"/>
            <a:chExt cx="5647427" cy="439947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E37B8BF-EF94-7861-B64F-70D49F88A1EE}"/>
                </a:ext>
              </a:extLst>
            </p:cNvPr>
            <p:cNvCxnSpPr/>
            <p:nvPr/>
          </p:nvCxnSpPr>
          <p:spPr>
            <a:xfrm flipV="1">
              <a:off x="3499449" y="5759570"/>
              <a:ext cx="293298" cy="4313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4EF7149-51D9-2197-EF93-1997115F33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70189" y="5759570"/>
              <a:ext cx="376687" cy="4399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CE49785-5D2E-7995-C7C6-3D1B961FEA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92747" y="5759570"/>
              <a:ext cx="497744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5E268B-2C8D-505A-329B-0EE3F35CF221}"/>
              </a:ext>
            </a:extLst>
          </p:cNvPr>
          <p:cNvGrpSpPr/>
          <p:nvPr/>
        </p:nvGrpSpPr>
        <p:grpSpPr>
          <a:xfrm rot="5400000">
            <a:off x="106391" y="2989053"/>
            <a:ext cx="3421812" cy="439947"/>
            <a:chOff x="3499449" y="5759570"/>
            <a:chExt cx="5647427" cy="43994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EE9DA21-708E-6427-2CAA-69BE608EC12B}"/>
                </a:ext>
              </a:extLst>
            </p:cNvPr>
            <p:cNvCxnSpPr/>
            <p:nvPr/>
          </p:nvCxnSpPr>
          <p:spPr>
            <a:xfrm flipV="1">
              <a:off x="3499449" y="5759570"/>
              <a:ext cx="293298" cy="4313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D8639F4-E9BA-18BF-4CCB-F18CAE7F98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70189" y="5759570"/>
              <a:ext cx="376687" cy="4399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8824670-7153-463D-8474-43225C1E05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92747" y="5759570"/>
              <a:ext cx="497744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EDF10A6-489B-FD26-1D02-F70B79701802}"/>
              </a:ext>
            </a:extLst>
          </p:cNvPr>
          <p:cNvSpPr/>
          <p:nvPr/>
        </p:nvSpPr>
        <p:spPr>
          <a:xfrm>
            <a:off x="1647644" y="1976524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5B135E-1A89-676F-18A1-F2A58A407FAB}"/>
              </a:ext>
            </a:extLst>
          </p:cNvPr>
          <p:cNvSpPr/>
          <p:nvPr/>
        </p:nvSpPr>
        <p:spPr>
          <a:xfrm>
            <a:off x="1647643" y="2540116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F5083D5-4D90-221A-1860-C91F586672B0}"/>
              </a:ext>
            </a:extLst>
          </p:cNvPr>
          <p:cNvSpPr/>
          <p:nvPr/>
        </p:nvSpPr>
        <p:spPr>
          <a:xfrm>
            <a:off x="1656270" y="3153776"/>
            <a:ext cx="330681" cy="3294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667434D-8703-62DE-6615-3E4DB821B627}"/>
              </a:ext>
            </a:extLst>
          </p:cNvPr>
          <p:cNvSpPr/>
          <p:nvPr/>
        </p:nvSpPr>
        <p:spPr>
          <a:xfrm>
            <a:off x="1656270" y="3738934"/>
            <a:ext cx="330681" cy="3294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E80810-0093-0E76-61A0-360B273F7EEE}"/>
              </a:ext>
            </a:extLst>
          </p:cNvPr>
          <p:cNvSpPr/>
          <p:nvPr/>
        </p:nvSpPr>
        <p:spPr>
          <a:xfrm>
            <a:off x="10213676" y="1870132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8274521-F03F-213B-5468-64E587498EB6}"/>
              </a:ext>
            </a:extLst>
          </p:cNvPr>
          <p:cNvSpPr/>
          <p:nvPr/>
        </p:nvSpPr>
        <p:spPr>
          <a:xfrm>
            <a:off x="10215112" y="2502736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CCE7E-6643-4F04-0269-A87D543DF060}"/>
              </a:ext>
            </a:extLst>
          </p:cNvPr>
          <p:cNvSpPr/>
          <p:nvPr/>
        </p:nvSpPr>
        <p:spPr>
          <a:xfrm>
            <a:off x="10222299" y="3106584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033305F-4400-25FD-B52B-9880CFFBCD65}"/>
              </a:ext>
            </a:extLst>
          </p:cNvPr>
          <p:cNvSpPr/>
          <p:nvPr/>
        </p:nvSpPr>
        <p:spPr>
          <a:xfrm>
            <a:off x="10222298" y="3740008"/>
            <a:ext cx="330681" cy="3795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6AC083E-1F8A-EEA8-0F19-9024B00B3EB1}"/>
              </a:ext>
            </a:extLst>
          </p:cNvPr>
          <p:cNvCxnSpPr>
            <a:cxnSpLocks/>
          </p:cNvCxnSpPr>
          <p:nvPr/>
        </p:nvCxnSpPr>
        <p:spPr>
          <a:xfrm>
            <a:off x="3278038" y="6047108"/>
            <a:ext cx="581420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BB4DDDD-6966-6BD5-12E5-EEA4C21BE20E}"/>
              </a:ext>
            </a:extLst>
          </p:cNvPr>
          <p:cNvSpPr txBox="1"/>
          <p:nvPr/>
        </p:nvSpPr>
        <p:spPr>
          <a:xfrm>
            <a:off x="1812983" y="702686"/>
            <a:ext cx="15463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Exp bar is up here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C14A8F-1E78-BB95-D59C-6D370CA82E9A}"/>
              </a:ext>
            </a:extLst>
          </p:cNvPr>
          <p:cNvSpPr txBox="1"/>
          <p:nvPr/>
        </p:nvSpPr>
        <p:spPr>
          <a:xfrm>
            <a:off x="3803299" y="5629529"/>
            <a:ext cx="210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HP/ </a:t>
            </a:r>
            <a:r>
              <a:rPr lang="en-US" dirty="0" err="1"/>
              <a:t>MaxHP</a:t>
            </a:r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4287643-428A-C7C4-080E-9BE56FAB8B70}"/>
              </a:ext>
            </a:extLst>
          </p:cNvPr>
          <p:cNvCxnSpPr/>
          <p:nvPr/>
        </p:nvCxnSpPr>
        <p:spPr>
          <a:xfrm flipV="1">
            <a:off x="3278038" y="5503650"/>
            <a:ext cx="362309" cy="5262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64B49F0-D434-124B-12B4-1C730C044E88}"/>
              </a:ext>
            </a:extLst>
          </p:cNvPr>
          <p:cNvCxnSpPr>
            <a:cxnSpLocks/>
          </p:cNvCxnSpPr>
          <p:nvPr/>
        </p:nvCxnSpPr>
        <p:spPr>
          <a:xfrm flipH="1">
            <a:off x="3640347" y="5503650"/>
            <a:ext cx="49774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D32EFC3-981A-0087-80D0-05CB0D37B72F}"/>
              </a:ext>
            </a:extLst>
          </p:cNvPr>
          <p:cNvCxnSpPr>
            <a:cxnSpLocks/>
          </p:cNvCxnSpPr>
          <p:nvPr/>
        </p:nvCxnSpPr>
        <p:spPr>
          <a:xfrm flipH="1" flipV="1">
            <a:off x="8624978" y="5503650"/>
            <a:ext cx="467264" cy="5434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204B3DF-7797-90A9-F4F9-D65B161CE10B}"/>
              </a:ext>
            </a:extLst>
          </p:cNvPr>
          <p:cNvSpPr txBox="1"/>
          <p:nvPr/>
        </p:nvSpPr>
        <p:spPr>
          <a:xfrm>
            <a:off x="5931202" y="5629529"/>
            <a:ext cx="2844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shield / max shield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8609583-393C-804C-5D4F-54324382CB16}"/>
              </a:ext>
            </a:extLst>
          </p:cNvPr>
          <p:cNvCxnSpPr/>
          <p:nvPr/>
        </p:nvCxnSpPr>
        <p:spPr>
          <a:xfrm>
            <a:off x="9092242" y="3036498"/>
            <a:ext cx="5952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9D43C57-13A9-54E4-26C1-564345EEA242}"/>
              </a:ext>
            </a:extLst>
          </p:cNvPr>
          <p:cNvSpPr txBox="1"/>
          <p:nvPr/>
        </p:nvSpPr>
        <p:spPr>
          <a:xfrm>
            <a:off x="8625195" y="2624933"/>
            <a:ext cx="1542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Passive items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1E86FD4-0937-AE9D-A232-A3D5F74E8CB0}"/>
              </a:ext>
            </a:extLst>
          </p:cNvPr>
          <p:cNvSpPr txBox="1"/>
          <p:nvPr/>
        </p:nvSpPr>
        <p:spPr>
          <a:xfrm>
            <a:off x="2113959" y="2683673"/>
            <a:ext cx="1124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Weapons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74C9A74-5AE8-D14A-DADC-2FB778A2D7F3}"/>
              </a:ext>
            </a:extLst>
          </p:cNvPr>
          <p:cNvCxnSpPr>
            <a:cxnSpLocks/>
          </p:cNvCxnSpPr>
          <p:nvPr/>
        </p:nvCxnSpPr>
        <p:spPr>
          <a:xfrm flipH="1">
            <a:off x="2251494" y="3296364"/>
            <a:ext cx="8108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54AA63D-0AD3-AF21-5C31-9CDD96DFA095}"/>
              </a:ext>
            </a:extLst>
          </p:cNvPr>
          <p:cNvCxnSpPr/>
          <p:nvPr/>
        </p:nvCxnSpPr>
        <p:spPr>
          <a:xfrm>
            <a:off x="3640347" y="526210"/>
            <a:ext cx="162952" cy="284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C979DFD-C594-0BE2-3012-4A9F70DB52E0}"/>
              </a:ext>
            </a:extLst>
          </p:cNvPr>
          <p:cNvCxnSpPr>
            <a:cxnSpLocks/>
          </p:cNvCxnSpPr>
          <p:nvPr/>
        </p:nvCxnSpPr>
        <p:spPr>
          <a:xfrm flipH="1">
            <a:off x="8134709" y="526210"/>
            <a:ext cx="172518" cy="284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B23B48E-12AB-69C6-DB73-745AB3C88F89}"/>
              </a:ext>
            </a:extLst>
          </p:cNvPr>
          <p:cNvCxnSpPr>
            <a:cxnSpLocks/>
          </p:cNvCxnSpPr>
          <p:nvPr/>
        </p:nvCxnSpPr>
        <p:spPr>
          <a:xfrm>
            <a:off x="3803299" y="810881"/>
            <a:ext cx="433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D3FEDDA-F2C8-7CB7-B1E2-096683E77A68}"/>
              </a:ext>
            </a:extLst>
          </p:cNvPr>
          <p:cNvSpPr txBox="1"/>
          <p:nvPr/>
        </p:nvSpPr>
        <p:spPr>
          <a:xfrm>
            <a:off x="4386722" y="1008155"/>
            <a:ext cx="29665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Boss HP and shield (mirror that of player, It will only shows up when there is a boss and will disappear when there is none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4A47DED-2551-D55B-3CAD-61398BF07C39}"/>
              </a:ext>
            </a:extLst>
          </p:cNvPr>
          <p:cNvCxnSpPr/>
          <p:nvPr/>
        </p:nvCxnSpPr>
        <p:spPr>
          <a:xfrm flipV="1">
            <a:off x="5598543" y="785004"/>
            <a:ext cx="0" cy="223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EF33BA4-4F46-313F-34AF-02015633C704}"/>
              </a:ext>
            </a:extLst>
          </p:cNvPr>
          <p:cNvSpPr txBox="1"/>
          <p:nvPr/>
        </p:nvSpPr>
        <p:spPr>
          <a:xfrm>
            <a:off x="3506162" y="4187980"/>
            <a:ext cx="4925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outer layer is actually the shield, it will fill left to right with a shade of blue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973DCCC-51FB-BE31-94D1-35B925976A54}"/>
              </a:ext>
            </a:extLst>
          </p:cNvPr>
          <p:cNvCxnSpPr/>
          <p:nvPr/>
        </p:nvCxnSpPr>
        <p:spPr>
          <a:xfrm>
            <a:off x="5740159" y="5116899"/>
            <a:ext cx="0" cy="29527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E8625A5-4793-9D79-3009-50AAF5888A2A}"/>
              </a:ext>
            </a:extLst>
          </p:cNvPr>
          <p:cNvCxnSpPr>
            <a:cxnSpLocks/>
            <a:stCxn id="79" idx="2"/>
          </p:cNvCxnSpPr>
          <p:nvPr/>
        </p:nvCxnSpPr>
        <p:spPr>
          <a:xfrm flipH="1">
            <a:off x="8775314" y="5350272"/>
            <a:ext cx="262290" cy="614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082A3F8-8742-84FC-BF1B-6A61E1DB9EC4}"/>
              </a:ext>
            </a:extLst>
          </p:cNvPr>
          <p:cNvSpPr txBox="1"/>
          <p:nvPr/>
        </p:nvSpPr>
        <p:spPr>
          <a:xfrm>
            <a:off x="7687570" y="4703941"/>
            <a:ext cx="2700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inside box is the HP, also fill left to right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6A76CD7-AAA1-36C9-5127-E32A78EA7DC4}"/>
              </a:ext>
            </a:extLst>
          </p:cNvPr>
          <p:cNvCxnSpPr/>
          <p:nvPr/>
        </p:nvCxnSpPr>
        <p:spPr>
          <a:xfrm>
            <a:off x="1605949" y="439947"/>
            <a:ext cx="898872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6507631-48C6-520C-7EE8-BBA718B66490}"/>
              </a:ext>
            </a:extLst>
          </p:cNvPr>
          <p:cNvCxnSpPr>
            <a:cxnSpLocks/>
            <a:stCxn id="39" idx="2"/>
          </p:cNvCxnSpPr>
          <p:nvPr/>
        </p:nvCxnSpPr>
        <p:spPr>
          <a:xfrm flipH="1" flipV="1">
            <a:off x="2580594" y="439947"/>
            <a:ext cx="5582" cy="5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4213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Top Corners Snipped 1">
            <a:extLst>
              <a:ext uri="{FF2B5EF4-FFF2-40B4-BE49-F238E27FC236}">
                <a16:creationId xmlns:a16="http://schemas.microsoft.com/office/drawing/2014/main" id="{14A7AA74-FF29-E5E5-5036-1C6D6A8AA43D}"/>
              </a:ext>
            </a:extLst>
          </p:cNvPr>
          <p:cNvSpPr/>
          <p:nvPr/>
        </p:nvSpPr>
        <p:spPr>
          <a:xfrm>
            <a:off x="3881886" y="2518913"/>
            <a:ext cx="3476445" cy="698740"/>
          </a:xfrm>
          <a:prstGeom prst="snip2SameRect">
            <a:avLst>
              <a:gd name="adj1" fmla="val 5000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1D6E33-33E4-D2E9-E942-6441D56F2606}"/>
              </a:ext>
            </a:extLst>
          </p:cNvPr>
          <p:cNvGrpSpPr/>
          <p:nvPr/>
        </p:nvGrpSpPr>
        <p:grpSpPr>
          <a:xfrm>
            <a:off x="992038" y="2044460"/>
            <a:ext cx="2820837" cy="845388"/>
            <a:chOff x="992038" y="2044460"/>
            <a:chExt cx="2820837" cy="84538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E6DDF6B5-2ED1-4361-FC2B-D1F33D5A8A9D}"/>
                </a:ext>
              </a:extLst>
            </p:cNvPr>
            <p:cNvSpPr/>
            <p:nvPr/>
          </p:nvSpPr>
          <p:spPr>
            <a:xfrm>
              <a:off x="1112808" y="2147977"/>
              <a:ext cx="2562045" cy="741871"/>
            </a:xfrm>
            <a:custGeom>
              <a:avLst/>
              <a:gdLst>
                <a:gd name="csX0" fmla="*/ 0 w 2562045"/>
                <a:gd name="csY0" fmla="*/ 741871 h 741871"/>
                <a:gd name="csX1" fmla="*/ 543464 w 2562045"/>
                <a:gd name="csY1" fmla="*/ 17252 h 741871"/>
                <a:gd name="csX2" fmla="*/ 2009955 w 2562045"/>
                <a:gd name="csY2" fmla="*/ 0 h 741871"/>
                <a:gd name="csX3" fmla="*/ 2562045 w 2562045"/>
                <a:gd name="csY3" fmla="*/ 690113 h 741871"/>
                <a:gd name="csX4" fmla="*/ 0 w 2562045"/>
                <a:gd name="csY4" fmla="*/ 741871 h 741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62045" h="741871">
                  <a:moveTo>
                    <a:pt x="0" y="741871"/>
                  </a:moveTo>
                  <a:lnTo>
                    <a:pt x="543464" y="17252"/>
                  </a:lnTo>
                  <a:lnTo>
                    <a:pt x="2009955" y="0"/>
                  </a:lnTo>
                  <a:lnTo>
                    <a:pt x="2562045" y="690113"/>
                  </a:lnTo>
                  <a:lnTo>
                    <a:pt x="0" y="741871"/>
                  </a:lnTo>
                  <a:close/>
                </a:path>
              </a:pathLst>
            </a:cu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2B04609-DBDE-49C6-6B9F-2EC588880FB2}"/>
                </a:ext>
              </a:extLst>
            </p:cNvPr>
            <p:cNvSpPr/>
            <p:nvPr/>
          </p:nvSpPr>
          <p:spPr>
            <a:xfrm>
              <a:off x="992038" y="2044460"/>
              <a:ext cx="2820837" cy="836763"/>
            </a:xfrm>
            <a:custGeom>
              <a:avLst/>
              <a:gdLst>
                <a:gd name="csX0" fmla="*/ 103517 w 2820837"/>
                <a:gd name="csY0" fmla="*/ 836763 h 836763"/>
                <a:gd name="csX1" fmla="*/ 0 w 2820837"/>
                <a:gd name="csY1" fmla="*/ 828136 h 836763"/>
                <a:gd name="csX2" fmla="*/ 552090 w 2820837"/>
                <a:gd name="csY2" fmla="*/ 34506 h 836763"/>
                <a:gd name="csX3" fmla="*/ 2225615 w 2820837"/>
                <a:gd name="csY3" fmla="*/ 0 h 836763"/>
                <a:gd name="csX4" fmla="*/ 2820837 w 2820837"/>
                <a:gd name="csY4" fmla="*/ 767751 h 836763"/>
                <a:gd name="csX5" fmla="*/ 2682815 w 2820837"/>
                <a:gd name="csY5" fmla="*/ 785004 h 836763"/>
                <a:gd name="csX6" fmla="*/ 2147977 w 2820837"/>
                <a:gd name="csY6" fmla="*/ 112144 h 836763"/>
                <a:gd name="csX7" fmla="*/ 690113 w 2820837"/>
                <a:gd name="csY7" fmla="*/ 129397 h 836763"/>
                <a:gd name="csX8" fmla="*/ 103517 w 2820837"/>
                <a:gd name="csY8" fmla="*/ 836763 h 836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20837" h="836763">
                  <a:moveTo>
                    <a:pt x="103517" y="836763"/>
                  </a:moveTo>
                  <a:lnTo>
                    <a:pt x="0" y="828136"/>
                  </a:lnTo>
                  <a:lnTo>
                    <a:pt x="552090" y="34506"/>
                  </a:lnTo>
                  <a:lnTo>
                    <a:pt x="2225615" y="0"/>
                  </a:lnTo>
                  <a:lnTo>
                    <a:pt x="2820837" y="767751"/>
                  </a:lnTo>
                  <a:lnTo>
                    <a:pt x="2682815" y="785004"/>
                  </a:lnTo>
                  <a:lnTo>
                    <a:pt x="2147977" y="112144"/>
                  </a:lnTo>
                  <a:lnTo>
                    <a:pt x="690113" y="129397"/>
                  </a:lnTo>
                  <a:lnTo>
                    <a:pt x="103517" y="836763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D051ED-87EA-3089-F15B-E19E845C9E91}"/>
              </a:ext>
            </a:extLst>
          </p:cNvPr>
          <p:cNvCxnSpPr/>
          <p:nvPr/>
        </p:nvCxnSpPr>
        <p:spPr>
          <a:xfrm flipH="1">
            <a:off x="3424687" y="2648309"/>
            <a:ext cx="69011" cy="2199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0124471-9883-4A3C-9A7A-898E4F57D69F}"/>
              </a:ext>
            </a:extLst>
          </p:cNvPr>
          <p:cNvCxnSpPr>
            <a:cxnSpLocks/>
          </p:cNvCxnSpPr>
          <p:nvPr/>
        </p:nvCxnSpPr>
        <p:spPr>
          <a:xfrm flipH="1">
            <a:off x="3209026" y="2462841"/>
            <a:ext cx="146650" cy="3623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D5C987-63B0-42D9-55F7-0BE440D7D335}"/>
              </a:ext>
            </a:extLst>
          </p:cNvPr>
          <p:cNvCxnSpPr>
            <a:cxnSpLocks/>
          </p:cNvCxnSpPr>
          <p:nvPr/>
        </p:nvCxnSpPr>
        <p:spPr>
          <a:xfrm flipH="1">
            <a:off x="3019245" y="2303253"/>
            <a:ext cx="198409" cy="5218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0A439B-E73B-425D-51AB-29366F614A6A}"/>
              </a:ext>
            </a:extLst>
          </p:cNvPr>
          <p:cNvCxnSpPr>
            <a:cxnSpLocks/>
          </p:cNvCxnSpPr>
          <p:nvPr/>
        </p:nvCxnSpPr>
        <p:spPr>
          <a:xfrm flipH="1">
            <a:off x="2721633" y="2208362"/>
            <a:ext cx="293298" cy="6340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599FA1D-B353-7A34-73DB-4CDFD029F8F5}"/>
              </a:ext>
            </a:extLst>
          </p:cNvPr>
          <p:cNvCxnSpPr>
            <a:cxnSpLocks/>
          </p:cNvCxnSpPr>
          <p:nvPr/>
        </p:nvCxnSpPr>
        <p:spPr>
          <a:xfrm flipH="1">
            <a:off x="2874033" y="2360762"/>
            <a:ext cx="293298" cy="6340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194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1F07C5-8A65-D067-5E61-8BC746A02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472" y="517907"/>
            <a:ext cx="9035055" cy="582218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A2D1EDE-4EC3-D4BD-EED4-0263D92C1A53}"/>
              </a:ext>
            </a:extLst>
          </p:cNvPr>
          <p:cNvCxnSpPr/>
          <p:nvPr/>
        </p:nvCxnSpPr>
        <p:spPr>
          <a:xfrm>
            <a:off x="5819775" y="5181600"/>
            <a:ext cx="0" cy="295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14CC680-EBEE-D919-7DB4-ED04BE739515}"/>
              </a:ext>
            </a:extLst>
          </p:cNvPr>
          <p:cNvSpPr txBox="1"/>
          <p:nvPr/>
        </p:nvSpPr>
        <p:spPr>
          <a:xfrm>
            <a:off x="3633157" y="4535269"/>
            <a:ext cx="4925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outer layer is actually the shield, it will fill left to right with a shade of blue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A4A5AA6-750E-C89A-3B5E-E4B61C22514B}"/>
              </a:ext>
            </a:extLst>
          </p:cNvPr>
          <p:cNvCxnSpPr/>
          <p:nvPr/>
        </p:nvCxnSpPr>
        <p:spPr>
          <a:xfrm flipH="1">
            <a:off x="8764438" y="5476875"/>
            <a:ext cx="388188" cy="4753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F6AFB18-70BA-DB2E-D8B9-6DDCF4227E9B}"/>
              </a:ext>
            </a:extLst>
          </p:cNvPr>
          <p:cNvSpPr txBox="1"/>
          <p:nvPr/>
        </p:nvSpPr>
        <p:spPr>
          <a:xfrm>
            <a:off x="9074989" y="5089009"/>
            <a:ext cx="2700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main box is the HP, also fill left to right</a:t>
            </a:r>
          </a:p>
        </p:txBody>
      </p:sp>
    </p:spTree>
    <p:extLst>
      <p:ext uri="{BB962C8B-B14F-4D97-AF65-F5344CB8AC3E}">
        <p14:creationId xmlns:p14="http://schemas.microsoft.com/office/powerpoint/2010/main" val="655174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1870</TotalTime>
  <Words>255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Vu</dc:creator>
  <cp:lastModifiedBy>Minh Vu</cp:lastModifiedBy>
  <cp:revision>14</cp:revision>
  <dcterms:created xsi:type="dcterms:W3CDTF">2026-06-06T18:09:32Z</dcterms:created>
  <dcterms:modified xsi:type="dcterms:W3CDTF">2026-06-30T21:16:11Z</dcterms:modified>
</cp:coreProperties>
</file>